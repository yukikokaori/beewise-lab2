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4baa35064142ef" /><Relationship Type="http://schemas.openxmlformats.org/officeDocument/2006/relationships/extended-properties" Target="/docProps/app.xml" Id="R2319aba24cd94516" /><Relationship Type="http://schemas.openxmlformats.org/officeDocument/2006/relationships/officeDocument" Target="/ppt/presentation.xml" Id="R84c5c3a0bf7142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272eda8d604631"/>
  </p:sldMasterIdLst>
  <p:notesMasterIdLst>
    <p:notesMasterId xmlns:r="http://schemas.openxmlformats.org/officeDocument/2006/relationships" r:id="Re7e2cdabc2894bf2"/>
  </p:notesMasterIdLst>
  <p:sldIdLst>
    <p:sldId xmlns:r="http://schemas.openxmlformats.org/officeDocument/2006/relationships" id="256" r:id="Rcdb77b15f7d145a3"/>
    <p:sldId xmlns:r="http://schemas.openxmlformats.org/officeDocument/2006/relationships" id="257" r:id="Red4fb20453a144b6"/>
    <p:sldId xmlns:r="http://schemas.openxmlformats.org/officeDocument/2006/relationships" id="258" r:id="R8b5227a456094ef0"/>
    <p:sldId xmlns:r="http://schemas.openxmlformats.org/officeDocument/2006/relationships" id="259" r:id="R64e948679af74258"/>
    <p:sldId xmlns:r="http://schemas.openxmlformats.org/officeDocument/2006/relationships" id="260" r:id="R93b351f846ee42f1"/>
    <p:sldId xmlns:r="http://schemas.openxmlformats.org/officeDocument/2006/relationships" id="261" r:id="R009931076ed241bf"/>
    <p:sldId xmlns:r="http://schemas.openxmlformats.org/officeDocument/2006/relationships" id="262" r:id="Re3e7c5d438204c61"/>
    <p:sldId xmlns:r="http://schemas.openxmlformats.org/officeDocument/2006/relationships" id="263" r:id="R494166573cbe4907"/>
    <p:sldId xmlns:r="http://schemas.openxmlformats.org/officeDocument/2006/relationships" id="264" r:id="Rd5a6316a23a74602"/>
    <p:sldId xmlns:r="http://schemas.openxmlformats.org/officeDocument/2006/relationships" id="265" r:id="R44646112e5f542ec"/>
    <p:sldId xmlns:r="http://schemas.openxmlformats.org/officeDocument/2006/relationships" id="266" r:id="R9cbc29eb61ed487c"/>
    <p:sldId xmlns:r="http://schemas.openxmlformats.org/officeDocument/2006/relationships" id="267" r:id="R4af1c076326d440a"/>
    <p:sldId xmlns:r="http://schemas.openxmlformats.org/officeDocument/2006/relationships" id="268" r:id="R239c92f26bd4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3210873a9d4c3a" /><Relationship Type="http://schemas.openxmlformats.org/officeDocument/2006/relationships/slideMaster" Target="/ppt/slideMasters/slideMaster1.xml" Id="Re6272eda8d604631" /><Relationship Type="http://schemas.openxmlformats.org/officeDocument/2006/relationships/notesMaster" Target="/ppt/notesMasters/notesMaster1.xml" Id="Re7e2cdabc2894bf2" /><Relationship Type="http://schemas.openxmlformats.org/officeDocument/2006/relationships/presProps" Target="/ppt/presProps.xml" Id="R2ff1a2d46f8a4e8a" /><Relationship Type="http://schemas.openxmlformats.org/officeDocument/2006/relationships/tableStyles" Target="/ppt/tableStyles.xml" Id="Rcebd05d44df241f8" /><Relationship Type="http://schemas.openxmlformats.org/officeDocument/2006/relationships/slide" Target="/ppt/slides/slide1.xml" Id="Rcdb77b15f7d145a3" /><Relationship Type="http://schemas.openxmlformats.org/officeDocument/2006/relationships/slide" Target="/ppt/slides/slide2.xml" Id="Red4fb20453a144b6" /><Relationship Type="http://schemas.openxmlformats.org/officeDocument/2006/relationships/slide" Target="/ppt/slides/slide3.xml" Id="R8b5227a456094ef0" /><Relationship Type="http://schemas.openxmlformats.org/officeDocument/2006/relationships/slide" Target="/ppt/slides/slide4.xml" Id="R64e948679af74258" /><Relationship Type="http://schemas.openxmlformats.org/officeDocument/2006/relationships/slide" Target="/ppt/slides/slide5.xml" Id="R93b351f846ee42f1" /><Relationship Type="http://schemas.openxmlformats.org/officeDocument/2006/relationships/slide" Target="/ppt/slides/slide6.xml" Id="R009931076ed241bf" /><Relationship Type="http://schemas.openxmlformats.org/officeDocument/2006/relationships/slide" Target="/ppt/slides/slide7.xml" Id="Re3e7c5d438204c61" /><Relationship Type="http://schemas.openxmlformats.org/officeDocument/2006/relationships/slide" Target="/ppt/slides/slide8.xml" Id="R494166573cbe4907" /><Relationship Type="http://schemas.openxmlformats.org/officeDocument/2006/relationships/slide" Target="/ppt/slides/slide9.xml" Id="Rd5a6316a23a74602" /><Relationship Type="http://schemas.openxmlformats.org/officeDocument/2006/relationships/slide" Target="/ppt/slides/slide10.xml" Id="R44646112e5f542ec" /><Relationship Type="http://schemas.openxmlformats.org/officeDocument/2006/relationships/slide" Target="/ppt/slides/slide11.xml" Id="R9cbc29eb61ed487c" /><Relationship Type="http://schemas.openxmlformats.org/officeDocument/2006/relationships/slide" Target="/ppt/slides/slide12.xml" Id="R4af1c076326d440a" /><Relationship Type="http://schemas.openxmlformats.org/officeDocument/2006/relationships/slide" Target="/ppt/slides/slide13.xml" Id="R239c92f26bd4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94257849a0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d8c69d88bf4faf" /><Relationship Type="http://schemas.openxmlformats.org/officeDocument/2006/relationships/notesMaster" Target="/ppt/notesMasters/notesMaster1.xml" Id="R9f66f9fafeb44a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4957ce49da4f63" /><Relationship Type="http://schemas.openxmlformats.org/officeDocument/2006/relationships/notesMaster" Target="/ppt/notesMasters/notesMaster1.xml" Id="R8852e9ca5a7c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3a7ea220246cc" /><Relationship Type="http://schemas.openxmlformats.org/officeDocument/2006/relationships/notesMaster" Target="/ppt/notesMasters/notesMaster1.xml" Id="R81ce2326063c4a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6ffa3f5f364dc0" /><Relationship Type="http://schemas.openxmlformats.org/officeDocument/2006/relationships/notesMaster" Target="/ppt/notesMasters/notesMaster1.xml" Id="R6ff537cf805d4e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d8a02dee094d30" /><Relationship Type="http://schemas.openxmlformats.org/officeDocument/2006/relationships/notesMaster" Target="/ppt/notesMasters/notesMaster1.xml" Id="Ra02d5e992ca948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d0bd76c479481f" /><Relationship Type="http://schemas.openxmlformats.org/officeDocument/2006/relationships/notesMaster" Target="/ppt/notesMasters/notesMaster1.xml" Id="R3099fecb1d78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78db6256f7461a" /><Relationship Type="http://schemas.openxmlformats.org/officeDocument/2006/relationships/notesMaster" Target="/ppt/notesMasters/notesMaster1.xml" Id="Rd3232ba9f5f6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dfc6e1a5d849c8" /><Relationship Type="http://schemas.openxmlformats.org/officeDocument/2006/relationships/notesMaster" Target="/ppt/notesMasters/notesMaster1.xml" Id="R0587f65a4044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fd02986f7f4685" /><Relationship Type="http://schemas.openxmlformats.org/officeDocument/2006/relationships/notesMaster" Target="/ppt/notesMasters/notesMaster1.xml" Id="Rc3e7d38f07c945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cf95d01984483e" /><Relationship Type="http://schemas.openxmlformats.org/officeDocument/2006/relationships/notesMaster" Target="/ppt/notesMasters/notesMaster1.xml" Id="R7c4fc1db058449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14c812a25f4860" /><Relationship Type="http://schemas.openxmlformats.org/officeDocument/2006/relationships/notesMaster" Target="/ppt/notesMasters/notesMaster1.xml" Id="R2a479a3b15814a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40bef0243740d4" /><Relationship Type="http://schemas.openxmlformats.org/officeDocument/2006/relationships/notesMaster" Target="/ppt/notesMasters/notesMaster1.xml" Id="Reacd451c9c8941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66d25fdefb437c" /><Relationship Type="http://schemas.openxmlformats.org/officeDocument/2006/relationships/notesMaster" Target="/ppt/notesMasters/notesMaster1.xml" Id="Rf04e8b1045a0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d9d52669345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e4cfa70084f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0350c34f84f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61ee2637ab4d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a597e8e604d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58616fa1149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88E20D-60A6-4AA1-842A-0137DB47E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7C95217-88EA-4D2F-9BB3-B9974A6F46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41867E-6669-40C6-941F-B0A0A7634E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ED4FD7-521C-4425-A1A3-FAB95531A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A57797-551D-4304-83E8-85CD62CFD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B9CFDA-5AA5-447E-81CF-840ECF34C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1D1F4F-EC95-4544-A825-104E56A60C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FAA6E2-0434-40EF-8C9B-8D7DDD5618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6BC583-6CFE-48B3-A95D-F9D33906C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CD20F-24F0-468E-99D0-8E46F22759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c12ffb6034e76" /><Relationship Type="http://schemas.openxmlformats.org/officeDocument/2006/relationships/slideLayout" Target="/ppt/slideLayouts/slideLayout1.xml" Id="R22fd047c9e224cb6" /><Relationship Type="http://schemas.openxmlformats.org/officeDocument/2006/relationships/slideLayout" Target="/ppt/slideLayouts/slideLayout2.xml" Id="Recaafbb965274c72" /><Relationship Type="http://schemas.openxmlformats.org/officeDocument/2006/relationships/slideLayout" Target="/ppt/slideLayouts/slideLayout3.xml" Id="R2430954f00124142" /><Relationship Type="http://schemas.openxmlformats.org/officeDocument/2006/relationships/slideLayout" Target="/ppt/slideLayouts/slideLayout4.xml" Id="R31536e844a2b4f9e" /><Relationship Type="http://schemas.openxmlformats.org/officeDocument/2006/relationships/slideLayout" Target="/ppt/slideLayouts/slideLayout5.xml" Id="R85dbc81950ad4209" /><Relationship Type="http://schemas.openxmlformats.org/officeDocument/2006/relationships/slideLayout" Target="/ppt/slideLayouts/slideLayout6.xml" Id="Re53db9eb6fa449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d047c9e224cb6"/>
    <p:sldLayoutId xmlns:r="http://schemas.openxmlformats.org/officeDocument/2006/relationships" id="2147483650" r:id="Recaafbb965274c72"/>
    <p:sldLayoutId xmlns:r="http://schemas.openxmlformats.org/officeDocument/2006/relationships" id="2147483651" r:id="R2430954f00124142"/>
    <p:sldLayoutId xmlns:r="http://schemas.openxmlformats.org/officeDocument/2006/relationships" id="2147483652" r:id="R31536e844a2b4f9e"/>
    <p:sldLayoutId xmlns:r="http://schemas.openxmlformats.org/officeDocument/2006/relationships" id="2147483653" r:id="R85dbc81950ad4209"/>
    <p:sldLayoutId xmlns:r="http://schemas.openxmlformats.org/officeDocument/2006/relationships" id="2147483654" r:id="Re53db9eb6fa449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2b704cb3044f2" /><Relationship Type="http://schemas.openxmlformats.org/officeDocument/2006/relationships/notesSlide" Target="/ppt/notesSlides/notesSlide1.xml" Id="R2eccb27727cf4b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177e6e1ef470f" /><Relationship Type="http://schemas.openxmlformats.org/officeDocument/2006/relationships/notesSlide" Target="/ppt/notesSlides/notesSlide2.xml" Id="R205f8a38331540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58e1f84d144757" /><Relationship Type="http://schemas.openxmlformats.org/officeDocument/2006/relationships/notesSlide" Target="/ppt/notesSlides/notesSlide3.xml" Id="R569182c1c53a4a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959d8039d41c0" /><Relationship Type="http://schemas.openxmlformats.org/officeDocument/2006/relationships/notesSlide" Target="/ppt/notesSlides/notesSlide4.xml" Id="R05cfa185d3164e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07354ad8ca45a2" /><Relationship Type="http://schemas.openxmlformats.org/officeDocument/2006/relationships/notesSlide" Target="/ppt/notesSlides/notesSlide5.xml" Id="R1d711906334e48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00e237f76464d" /><Relationship Type="http://schemas.openxmlformats.org/officeDocument/2006/relationships/notesSlide" Target="/ppt/notesSlides/notesSlide6.xml" Id="Raf6b80a6ab8b42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5cecf40cb14bc5" /><Relationship Type="http://schemas.openxmlformats.org/officeDocument/2006/relationships/notesSlide" Target="/ppt/notesSlides/notesSlide7.xml" Id="R67d124b2004c43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2d51924bf4ee8" /><Relationship Type="http://schemas.openxmlformats.org/officeDocument/2006/relationships/notesSlide" Target="/ppt/notesSlides/notesSlide8.xml" Id="Rde090385c1d744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b56792690411e" /><Relationship Type="http://schemas.openxmlformats.org/officeDocument/2006/relationships/notesSlide" Target="/ppt/notesSlides/notesSlide9.xml" Id="R35303e58f87344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96716b3e8410c" /><Relationship Type="http://schemas.openxmlformats.org/officeDocument/2006/relationships/notesSlide" Target="/ppt/notesSlides/notesSlide10.xml" Id="Rbaaa187c86c442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e57299c21e4014" /><Relationship Type="http://schemas.openxmlformats.org/officeDocument/2006/relationships/notesSlide" Target="/ppt/notesSlides/notesSlide11.xml" Id="R91e1b5d4d1b84e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25e054c1c449e" /><Relationship Type="http://schemas.openxmlformats.org/officeDocument/2006/relationships/notesSlide" Target="/ppt/notesSlides/notesSlide12.xml" Id="R99b735c586b44d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5e96314cf4202" /><Relationship Type="http://schemas.openxmlformats.org/officeDocument/2006/relationships/notesSlide" Target="/ppt/notesSlides/notesSlide13.xml" Id="Rc27c43a2d63246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C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CE785-D5D6-48C4-8AB7-1079A977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3B07C-FD5F-4FCD-9997-24F366AB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C5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C500"/>
                </a:solidFill>
                <a:latin typeface="Arial"/>
                <a:ea typeface="Arial"/>
                <a:cs typeface="Arial"/>
              </a:rPr>
              <a:t>BEEWISE - LAB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9E771-2FC1-470E-AF6B-44E33481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BeeWise | Lab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C49E3-B92B-47C6-A4DC-E1B24BF1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409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D6726-2D8D-440A-B87F-98F3C2D0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Cloud-enabled mobile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28077-AB3B-40E2-8E82-5F43F60D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971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- Flutter + Riverpod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- Firebase service integrations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- Google ARTEMIS test suite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- Local AI code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22410-A35E-4C5F-98AC-53CB97F8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19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DCE8FF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DCE8FF"/>
                </a:solidFill>
                <a:latin typeface="Arial"/>
                <a:ea typeface="Arial"/>
                <a:cs typeface="Arial"/>
              </a:rPr>
              <a:t>Review draft | Runtime evidence is still pending</a:t>
            </a:r>
          </a:p>
        </p:txBody>
      </p:sp>
    </p:spTree>
    <p:extLst>
      <p:ext uri="{BB962C8B-B14F-4D97-AF65-F5344CB8AC3E}">
        <p14:creationId xmlns:p14="http://schemas.microsoft.com/office/powerpoint/2010/main" val="2863146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1CAA3-682C-4E38-A06F-0343D371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2E678-3409-4324-818A-5377A796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Product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71866-D223-4D6E-8AC3-402CA7F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471D7-E728-4949-86BB-770F436A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A parent-facing app for finding a tutor and following a trusted learning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19679-7643-4D5A-8410-0165950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Personality: trustworthy, warm and clear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Explore real active tutor profiles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Ask for a connection and communicate with a BeeWise consultant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Keep proposals, invoices, payment checks and schedules under trusted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DE368-350A-4B64-85EA-C8205504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518E6-D549-46ED-A5F7-29D895BA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PRODUCT.md; handoff/flutter-handoff.md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9001-13DD-4DC6-826E-B1773DB9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02</a:t>
            </a:r>
          </a:p>
        </p:txBody>
      </p:sp>
    </p:spTree>
    <p:extLst>
      <p:ext uri="{BB962C8B-B14F-4D97-AF65-F5344CB8AC3E}">
        <p14:creationId xmlns:p14="http://schemas.microsoft.com/office/powerpoint/2010/main" val="799083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7F43E-9559-4005-B303-67A0B5A3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93798-AA03-4973-8845-F09A67A7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Parent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78B63-1CF5-42FF-A7B1-8B650AFE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05D2B-3D81-4D29-96AA-36F933B5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The app preserves context and makes each next step understandable.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CBA3E-B6C5-481B-96AB-3F987C50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Discover: Home, Search or AI Matching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Evaluate: Tutor Profile shows evidence and fees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Connect: authentication gate preserves the selected tutor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Coordinate: group chat, trial proposal and class revision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Continue: official schedule appears only after backend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86C68-AF36-415B-9656-16D6F72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08201-6FB6-4B6E-AD00-3F7045B0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docs/design-traceability.md; docs/test-plan.md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FD588-7AC5-4C5E-9E0B-DACFF5D2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03</a:t>
            </a:r>
          </a:p>
        </p:txBody>
      </p:sp>
    </p:spTree>
    <p:extLst>
      <p:ext uri="{BB962C8B-B14F-4D97-AF65-F5344CB8AC3E}">
        <p14:creationId xmlns:p14="http://schemas.microsoft.com/office/powerpoint/2010/main" val="907254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8E931-016D-4F19-952F-03B9741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ABB91-46E9-4DCB-B20B-7C9EBC1D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07B7-D010-4392-BA07-7BF6D06F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0FF6E-7D21-4FED-B7A0-B2E533E8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A layered Flutter client keeps interface state separate from cloud calls.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9A1CA-5D14-49ED-8EB5-0EA4EA2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Flutter screens and reusable BeeWise components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Riverpod controllers manage loading, success and error state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Service and repository adapters isolate Firebase SDK calls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GoRouter maps app routes and preserves journey context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Firebase rules and trusted backend define write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FA362-F3F7-4DD6-BECB-20709CCD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51C38-BE85-4C8E-A75C-D0ABB0B4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docs/architecture.md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32D10-9615-45DD-B36B-1AFEA1D2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04</a:t>
            </a:r>
          </a:p>
        </p:txBody>
      </p:sp>
    </p:spTree>
    <p:extLst>
      <p:ext uri="{BB962C8B-B14F-4D97-AF65-F5344CB8AC3E}">
        <p14:creationId xmlns:p14="http://schemas.microsoft.com/office/powerpoint/2010/main" val="1860793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6A28A-0693-4586-848B-1DC72F12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1E57C-BE99-467C-A179-6FBA3E6E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Firebase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BDBBB-D1A4-496B-9A85-13A83032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EF863-F3FD-4CA5-8E76-6088465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Client integrations are authored; live project setup and evidence remain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3245E-9C1C-4AB5-BD2B-6B24D0F1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Authentication: email/password and Google sign-in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Cloud Firestore: tutor catalog, parent data, chat and workflow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Firebase AI Logic: matching with response validation and fallback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Storage/PDF and FCM notification routing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Analytics, Crashlytics, Remote Config and App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DD81E-C1A6-4577-A01D-0F776B52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27071-3D71-42A2-8F94-B483BC5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lib/services/; firebase/; README.md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FB1AD-45A8-4B83-A91C-8E4D7E59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05</a:t>
            </a:r>
          </a:p>
        </p:txBody>
      </p:sp>
    </p:spTree>
    <p:extLst>
      <p:ext uri="{BB962C8B-B14F-4D97-AF65-F5344CB8AC3E}">
        <p14:creationId xmlns:p14="http://schemas.microsoft.com/office/powerpoint/2010/main" val="778378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4D3B9-F545-4DE1-AFF0-26681E5D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A8975-0901-4431-A7FC-DA05328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58011-FF61-45E4-958E-F3FAA56F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6CF17-3BB0-4F5C-A7BF-4B7185A8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The client can request or respond; it cannot assert trusted business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44882-F1CE-4258-AD5B-423DE399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Staff or backend owns active tutor records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Parent creates a connection request only after authentication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Consultant/backend authors proposals and class revisions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Trusted backend creates invoices and verifies payment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Only backend can publish the official schedule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9AFA7-6BA6-4D15-9FA6-1AEE4390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17418-2AB1-43F5-8B86-184B81BC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firebase/firestore.rules; docs/architecture.md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96B0B-6AAF-476A-9E91-5FF755C3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06</a:t>
            </a:r>
          </a:p>
        </p:txBody>
      </p:sp>
    </p:spTree>
    <p:extLst>
      <p:ext uri="{BB962C8B-B14F-4D97-AF65-F5344CB8AC3E}">
        <p14:creationId xmlns:p14="http://schemas.microsoft.com/office/powerpoint/2010/main" val="626781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83C83-3FFF-4A7F-8A0A-E5734CDE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47D79-44F5-44D7-A925-E60F50F5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AI tutor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2AA39-8548-434F-A635-84748A2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CB1A2-4FD1-4C3A-B79B-A757EA9D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Recommendations must map back to the active catalog and remain explainable.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F2962-AC47-4150-BBE6-CEED84EE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Use non-identifying learning needs in the request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Validate response JSON and recommendation identifiers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Return only tutors present in the active Firestore catalog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Show clear no-match, configuration and network recovery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Offer manual search as a 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299C5-27F6-4854-8BD2-F86BD9D6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602DD-1157-4856-AC15-27532F75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lib/services/matching_service.dart; docs/test-plan.md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09A25-5437-444C-8C82-C45F291F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07</a:t>
            </a:r>
          </a:p>
        </p:txBody>
      </p:sp>
    </p:spTree>
    <p:extLst>
      <p:ext uri="{BB962C8B-B14F-4D97-AF65-F5344CB8AC3E}">
        <p14:creationId xmlns:p14="http://schemas.microsoft.com/office/powerpoint/2010/main" val="13541375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B16EC-8182-4FE3-B246-BACCC4C7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3D83D-A7CB-4BB8-9E3A-BAE152EB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Analytics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C40B5-2967-4409-B94D-85ED0B7D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A67F8-1F0E-487D-BD0F-05DC51D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Measure product questions while keeping personal and free-text data out of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AC0AB-B213-4B33-A08D-79A36D1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Search: query length, filters, sort, result count and outcome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Tutor detail: selected tutor ID and entry source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AI match: result count and success/no-result outcome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Connection and export: action, format and outcome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Firebase UID is set after sign-in and cleared on sign-out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152B8-569A-4395-A245-DCEA74C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A351F-BAF7-4F45-99B5-683450A1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docs/analytics-plan.md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380FF-D4B4-45AC-AE2F-DA59FD9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08</a:t>
            </a:r>
          </a:p>
        </p:txBody>
      </p:sp>
    </p:spTree>
    <p:extLst>
      <p:ext uri="{BB962C8B-B14F-4D97-AF65-F5344CB8AC3E}">
        <p14:creationId xmlns:p14="http://schemas.microsoft.com/office/powerpoint/2010/main" val="1214598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59839-54C5-44F0-B561-9A7D663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44C2-A732-4513-9D5F-E22C5FC2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ARTEMIS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510A0-3BDC-4CCA-A889-6C34AF96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17033-CA0F-488E-9A6E-2C2E0BCD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25 pytest functions are collected: 24 Flash regressions and one Pro exploration.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ED3C9-564D-4CF9-BD94-54AD2EFA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TC-01 to TC-06: discovery, search and AI matching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TC-07 to TC-17: account and Firebase flows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TC-18 to TC-24: connection and consultant workflow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21 cases run in the automated Flash suite x 3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TC-10/14/15 need a fresh operator push per run; TC-25 is a 20-minute Pro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630C9-A7A8-4046-AAEB-0EED07D6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96ED0-518A-4171-B19E-BEB12E43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e2e_test/; docs/test-plan.md | Collection is not an E2E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0EF6E-BFF1-409D-9082-19228766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09</a:t>
            </a:r>
          </a:p>
        </p:txBody>
      </p:sp>
    </p:spTree>
    <p:extLst>
      <p:ext uri="{BB962C8B-B14F-4D97-AF65-F5344CB8AC3E}">
        <p14:creationId xmlns:p14="http://schemas.microsoft.com/office/powerpoint/2010/main" val="352744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8539D-D7DB-4A68-8053-7FC5612E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7AFD9-175F-4C2F-AE20-2C98E7A4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Validation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C5A66-819E-4D48-A37E-AC31DD95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905E1-FF8D-4E4A-AE8D-684D882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Static checks pass; Android compilation and device runtime remain unverified.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318CA-EA1B-4465-B924-72D54AA6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Dart analyzer: no issues found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Dart formatter: 22 files, zero changes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Python syntax and pytest collection: pass, 25 functions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Firebase JSON and PowerShell runner syntax: valid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Android build fails before compilation: Java loopback connection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9AA06-BFE8-4BC3-965F-3263C559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2BE6B-8697-4CDF-B4E8-7F8916C4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Checks run 2026-10-26 | No mobile scenario executed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9D0C86-BAF6-410E-B765-21543EFA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10</a:t>
            </a:r>
          </a:p>
        </p:txBody>
      </p:sp>
    </p:spTree>
    <p:extLst>
      <p:ext uri="{BB962C8B-B14F-4D97-AF65-F5344CB8AC3E}">
        <p14:creationId xmlns:p14="http://schemas.microsoft.com/office/powerpoint/2010/main" val="1281949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8B73F-A4EB-4EFC-B5A5-6CA0137E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DC9CA-DC58-4F56-A4F0-5028EF73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AI code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B33F5-AF57-4D53-9578-7AA7A01A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EC6F0-1267-4CDD-8327-A346A9A4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Six local findings are documented with requirement-based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CD03-A52B-4E4A-BA23-F7957BE5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Accepted: parent adjustment no longer writes server-owned chat status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Accepted: validate AI output and active tutor IDs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Accepted: detach FCM registration before signing out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Documented: tutor catalog query cap of 100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Deferred: guest quota contract and backend chat activity projection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F47A4-5F26-44C6-9F9E-41AFF8C5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B361-7B39-4AFC-A828-627638B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docs/code-review.md | Local Codex review, not hosted PR approval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BBF25-E3A7-4F6D-81AD-22908CD1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11</a:t>
            </a:r>
          </a:p>
        </p:txBody>
      </p:sp>
    </p:spTree>
    <p:extLst>
      <p:ext uri="{BB962C8B-B14F-4D97-AF65-F5344CB8AC3E}">
        <p14:creationId xmlns:p14="http://schemas.microsoft.com/office/powerpoint/2010/main" val="4346602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380CB-223C-4D7B-9E7A-D92746AA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22276-A116-4443-BB9B-3C4642BD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Evidence still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7D58F-3170-468F-89B0-549F0E1C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421E5-DC77-4314-8EA9-30EB0DCE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This deck is a review draft, not a claim of a completed live demonstration.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EE335-6531-4694-B6FB-AAE46781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Successful APK build and screenshots at 360dp and 412dp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Firebase project, OAuth, active tutor records and safe test account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Trusted staging backend for consultant, invoice and schedule cases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ARTEMIS host/model key, connected device and 24 x 3 traces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Firebase Console evidence, hosted review, report and demo recording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3AFD8-ABB3-42B8-8504-C1086C0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C86FB-4B1C-412F-A6AD-9EC5FB84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docs/lab3-report.md; docs/test-plan.md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B6071-29BC-49E8-9894-2CFE4A1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12</a:t>
            </a:r>
          </a:p>
        </p:txBody>
      </p:sp>
    </p:spTree>
    <p:extLst>
      <p:ext uri="{BB962C8B-B14F-4D97-AF65-F5344CB8AC3E}">
        <p14:creationId xmlns:p14="http://schemas.microsoft.com/office/powerpoint/2010/main" val="3164284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61353-EA10-4E7C-979F-50CD7DBB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C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3826E-CD6D-4777-B732-84B2CC0E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Next steps to close Lab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E838A-4A81-4236-8C2B-95886DA2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104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5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AD358-95DC-47FC-91EE-49E621AE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2627A"/>
                </a:solidFill>
                <a:latin typeface="Arial"/>
                <a:ea typeface="Arial"/>
                <a:cs typeface="Arial"/>
              </a:rPr>
              <a:t>Complete external setup, then replace every pending row with captured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66BF6-C392-4F37-A31E-AF8618BC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01   Configure a non-production Firebase project and Android OAuth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02   Run Gradle build in an environment that permits Java loopback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03   Start ARTEMIS and connect a device with the app installed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04   Execute 21 automated cases, 3 manual FCM cases and Pro exploration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75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213D"/>
                </a:solidFill>
                <a:latin typeface="Arial"/>
                <a:ea typeface="Arial"/>
                <a:cs typeface="Arial"/>
              </a:rPr>
              <a:t>05   Record Analytics/Crashlytics/Remote Config evidence and final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DF1D7-C9C2-42DD-B388-28C9A15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00775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A4550-6F58-4168-B889-ECDC892A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3175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defPPr>
            <a:lvl1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1pPr>
            <a:lvl2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2pPr>
            <a:lvl3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3pPr>
            <a:lvl4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4pPr>
            <a:lvl5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5pPr>
            <a:lvl6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6pPr>
            <a:lvl7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7pPr>
            <a:lvl8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8pPr>
            <a:lvl9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>
                <a:solidFill>
                  <a:srgbClr val="52627A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2627A"/>
                </a:solidFill>
                <a:latin typeface="Arial"/>
                <a:ea typeface="Arial"/>
                <a:cs typeface="Arial"/>
              </a:rPr>
              <a:t>README.md; docs/test-plan.md | No commits or pushes were created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CE7DD-9BA4-4FF2-BA7E-9FFA498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531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162CD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2CD4"/>
                </a:solidFill>
                <a:latin typeface="Arial"/>
                <a:ea typeface="Arial"/>
                <a:cs typeface="Arial"/>
              </a:rPr>
              <a:t>DRAFT  |  13</a:t>
            </a:r>
          </a:p>
        </p:txBody>
      </p:sp>
    </p:spTree>
    <p:extLst>
      <p:ext uri="{BB962C8B-B14F-4D97-AF65-F5344CB8AC3E}">
        <p14:creationId xmlns:p14="http://schemas.microsoft.com/office/powerpoint/2010/main" val="3342815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2026-10-25T19:22:25.2930000Z</dcterms:created>
  <dcterms:modified xsi:type="dcterms:W3CDTF">2026-10-25T19:22:25.2930000Z</dcterms:modified>
</coreProperties>
</file>